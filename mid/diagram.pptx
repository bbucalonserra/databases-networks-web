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4" autoAdjust="0"/>
    <p:restoredTop sz="94660"/>
  </p:normalViewPr>
  <p:slideViewPr>
    <p:cSldViewPr snapToGrid="0">
      <p:cViewPr varScale="1">
        <p:scale>
          <a:sx n="92" d="100"/>
          <a:sy n="92" d="100"/>
        </p:scale>
        <p:origin x="91" y="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815A-10C4-04C4-2423-BF42D9147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44E09-B36D-9257-71B8-71FD43E07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C83B1-4BA3-858D-F65A-D4A05E73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03B0D-C7D9-4086-B947-8F9C3BA5DCF4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B0247-56FD-667D-C336-4B4A0BB8A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EAC88-E57F-1F22-CE60-CC6CB983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9621-4349-49D9-9BB0-084AD4FCA2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1034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A7E0E-E8F2-7E48-08CA-F697B5E8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6BAE1-2624-B866-1830-D5B00CE94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A1DE4-632A-9A8D-EF51-31AE18BC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03B0D-C7D9-4086-B947-8F9C3BA5DCF4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1B72B-41EE-25A8-39C6-7DC2C56D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42319-6DDF-D4B4-2B1B-F8EF03C9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9621-4349-49D9-9BB0-084AD4FCA2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865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838FD-54B9-AE23-2BF8-279CFE79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5D872-C597-83CC-0493-43BDC7D14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EE0E6-D3EC-34E6-9099-97A80A963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03B0D-C7D9-4086-B947-8F9C3BA5DCF4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8B179-4FFD-351A-C635-54A5E31A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809DF-06DD-1E7F-FCDA-DA7AF6C9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9621-4349-49D9-9BB0-084AD4FCA2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793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C318E-9566-EFF6-163D-A0813F34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7AFB2-2D08-C556-CABA-1C6F66C5B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25CE3-E2B2-6B74-4D18-F22663FFF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4B7EB-988E-CF1F-49E8-C58B8203C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03B0D-C7D9-4086-B947-8F9C3BA5DCF4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3072B-42A9-3767-1DD0-3ED2455F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6EA50-16CC-D4AE-4250-BB6257F5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9621-4349-49D9-9BB0-084AD4FCA2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3360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306D-39E8-AFC2-1528-876635FCA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448DD-04B7-0135-95EC-0CB31C647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AF09A-8B9D-8322-E21C-C943064E2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A113C2-1A80-0845-2064-A98D2E949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F8F8C4-EF82-2BE3-869C-8D0C4B7F2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BDF2A6-AC63-9D1E-1151-34BE0213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03B0D-C7D9-4086-B947-8F9C3BA5DCF4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D40429-945A-E963-7343-A798AE05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718BF6-4862-35C2-ACE2-99A063BD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9621-4349-49D9-9BB0-084AD4FCA2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92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E4B0-FB0F-CFBA-A8FE-6FE9175A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42CA8-7320-8C01-E3C4-342352429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03B0D-C7D9-4086-B947-8F9C3BA5DCF4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56B95-F2E7-8EB3-CD91-348B2A25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D13593-51B8-1FF5-EC05-6A2D92033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9621-4349-49D9-9BB0-084AD4FCA2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9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34F25-82F5-071F-40DB-4056AB38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03B0D-C7D9-4086-B947-8F9C3BA5DCF4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20AF0-CCD9-7019-4569-6154D739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8D51D-36D4-620A-59B3-7D251937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9621-4349-49D9-9BB0-084AD4FCA2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60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CD95-02B3-DBCE-411D-E80303C7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FD2B4-8950-079C-B8F1-93513B7A4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C40B1-32C1-0320-FA33-BC78FDA37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0AC8A-B9DB-B4E3-A556-F558B20AA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03B0D-C7D9-4086-B947-8F9C3BA5DCF4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FF224-6077-9212-C2E7-CBC282BB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D5740-0CD1-7401-13A9-5AAA1968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9621-4349-49D9-9BB0-084AD4FCA2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331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11803-52DB-7AF8-CCA8-8B5B079BD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3CA6EF-3A95-6DE1-A55E-35FE1D0ED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844F0-0D30-122C-FF73-77D462534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C3EA9-6060-8E7C-B215-41DCEBBC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03B0D-C7D9-4086-B947-8F9C3BA5DCF4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D92FB-F8F9-888C-762B-4F4D082CA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D9AF6-B29F-8BA2-DDF6-1494C8DC0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9621-4349-49D9-9BB0-084AD4FCA2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234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97B0C-38D9-CECF-714E-70881AA14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53F0E-B2D2-7017-813D-18834CB8B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AB740-7B8A-4975-3128-84575DF85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03B0D-C7D9-4086-B947-8F9C3BA5DCF4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53865-8FE2-24B1-01CC-77BD82B6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4B0BF-C3ED-BA96-6124-EDAEC3B33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9621-4349-49D9-9BB0-084AD4FCA2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530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90D2C4-7076-794F-FCA6-56BDC3902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52BE6-2513-B326-4EF5-3EDEFBD0B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8748F-B90F-2922-52AD-2BFB6117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03B0D-C7D9-4086-B947-8F9C3BA5DCF4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F1170-F301-0230-CD3E-D579AD188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EDA16-FB72-AED4-339C-3C4D81CF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9621-4349-49D9-9BB0-084AD4FCA2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0579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727BE9-8310-CE93-D515-4379B6B62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2E066-E2D7-EEF4-DCAF-2611940DC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57D7F-A418-1BB0-5BF9-7C89DD9928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C03B0D-C7D9-4086-B947-8F9C3BA5DCF4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A08E1-78B3-5620-06A8-50A7513F02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62CE7-ED35-DF4D-8E75-4F684981C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69621-4349-49D9-9BB0-084AD4FCA2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264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B5CB62-20BA-F4C6-830E-0050050291AB}"/>
              </a:ext>
            </a:extLst>
          </p:cNvPr>
          <p:cNvSpPr/>
          <p:nvPr/>
        </p:nvSpPr>
        <p:spPr>
          <a:xfrm>
            <a:off x="90255" y="873033"/>
            <a:ext cx="2537917" cy="5111933"/>
          </a:xfrm>
          <a:prstGeom prst="roundRect">
            <a:avLst>
              <a:gd name="adj" fmla="val 8975"/>
            </a:avLst>
          </a:prstGeom>
          <a:solidFill>
            <a:srgbClr val="C00000">
              <a:alpha val="10196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E036F9-366D-1B25-2171-3FE8AAC1CEBF}"/>
              </a:ext>
            </a:extLst>
          </p:cNvPr>
          <p:cNvSpPr/>
          <p:nvPr/>
        </p:nvSpPr>
        <p:spPr>
          <a:xfrm>
            <a:off x="4086227" y="848095"/>
            <a:ext cx="4233036" cy="5111933"/>
          </a:xfrm>
          <a:prstGeom prst="roundRect">
            <a:avLst>
              <a:gd name="adj" fmla="val 8975"/>
            </a:avLst>
          </a:prstGeom>
          <a:solidFill>
            <a:srgbClr val="C00000">
              <a:alpha val="10196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3FC9D7-41B4-0AF6-29A3-E28119E0A8D2}"/>
              </a:ext>
            </a:extLst>
          </p:cNvPr>
          <p:cNvSpPr/>
          <p:nvPr/>
        </p:nvSpPr>
        <p:spPr>
          <a:xfrm>
            <a:off x="9563828" y="873033"/>
            <a:ext cx="2445524" cy="5111933"/>
          </a:xfrm>
          <a:prstGeom prst="roundRect">
            <a:avLst>
              <a:gd name="adj" fmla="val 8975"/>
            </a:avLst>
          </a:prstGeom>
          <a:solidFill>
            <a:srgbClr val="C00000">
              <a:alpha val="10196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7685D1-301D-C048-C58E-EEF2D7807518}"/>
              </a:ext>
            </a:extLst>
          </p:cNvPr>
          <p:cNvSpPr txBox="1"/>
          <p:nvPr/>
        </p:nvSpPr>
        <p:spPr>
          <a:xfrm>
            <a:off x="401925" y="997527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u="sng" dirty="0">
                <a:latin typeface="Roboto" panose="02000000000000000000" pitchFamily="2" charset="0"/>
                <a:ea typeface="Roboto" panose="02000000000000000000" pitchFamily="2" charset="0"/>
              </a:rPr>
              <a:t>Presentation Tier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EDC01B-3323-B51F-5F6F-AA65BFB99074}"/>
              </a:ext>
            </a:extLst>
          </p:cNvPr>
          <p:cNvSpPr txBox="1"/>
          <p:nvPr/>
        </p:nvSpPr>
        <p:spPr>
          <a:xfrm>
            <a:off x="5315736" y="972590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u="sng" dirty="0">
                <a:latin typeface="Roboto" panose="02000000000000000000" pitchFamily="2" charset="0"/>
                <a:ea typeface="Roboto" panose="02000000000000000000" pitchFamily="2" charset="0"/>
              </a:rPr>
              <a:t>Application Tier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97582-725B-A5F2-0BDC-B064464C9D01}"/>
              </a:ext>
            </a:extLst>
          </p:cNvPr>
          <p:cNvSpPr txBox="1"/>
          <p:nvPr/>
        </p:nvSpPr>
        <p:spPr>
          <a:xfrm>
            <a:off x="10229726" y="997527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u="sng" dirty="0">
                <a:latin typeface="Roboto" panose="02000000000000000000" pitchFamily="2" charset="0"/>
                <a:ea typeface="Roboto" panose="02000000000000000000" pitchFamily="2" charset="0"/>
              </a:rPr>
              <a:t>Data Tier</a:t>
            </a:r>
          </a:p>
        </p:txBody>
      </p:sp>
      <p:pic>
        <p:nvPicPr>
          <p:cNvPr id="1026" name="Picture 2" descr="Creating a Secure Node js REST API in 4 Easy Steps | Hevo">
            <a:extLst>
              <a:ext uri="{FF2B5EF4-FFF2-40B4-BE49-F238E27FC236}">
                <a16:creationId xmlns:a16="http://schemas.microsoft.com/office/drawing/2014/main" id="{D7E17512-A5F5-D5DE-501D-75003973A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769" y="5278630"/>
            <a:ext cx="976105" cy="488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796D520-7DD8-FABA-2385-E71B75BB7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6802" y="546686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03B056C-7B11-D519-1084-9A8B47BD3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910" y="5464473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87440B9-B76B-5355-404B-4F2F280F5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490" y="54644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289D004-8C99-D133-20D5-F5FF627BB345}"/>
              </a:ext>
            </a:extLst>
          </p:cNvPr>
          <p:cNvSpPr txBox="1"/>
          <p:nvPr/>
        </p:nvSpPr>
        <p:spPr>
          <a:xfrm>
            <a:off x="144639" y="1751671"/>
            <a:ext cx="248353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</a:rPr>
              <a:t>main.css</a:t>
            </a:r>
            <a:endParaRPr lang="pt-BR" sz="1400" dirty="0"/>
          </a:p>
          <a:p>
            <a:endParaRPr lang="pt-BR" sz="1400" dirty="0"/>
          </a:p>
          <a:p>
            <a:r>
              <a:rPr lang="pt-BR" sz="1400" dirty="0"/>
              <a:t>Attendee Home &amp; Search Bar</a:t>
            </a:r>
          </a:p>
          <a:p>
            <a:endParaRPr lang="pt-BR" sz="1400" dirty="0"/>
          </a:p>
          <a:p>
            <a:r>
              <a:rPr lang="pt-BR" sz="1400" dirty="0"/>
              <a:t>My Bookings Table</a:t>
            </a:r>
          </a:p>
          <a:p>
            <a:endParaRPr lang="pt-BR" sz="1400" dirty="0"/>
          </a:p>
          <a:p>
            <a:r>
              <a:rPr lang="pt-BR" sz="1400" dirty="0"/>
              <a:t>Search Query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B8805E-AA33-42D4-DBFB-7601A3E3884C}"/>
              </a:ext>
            </a:extLst>
          </p:cNvPr>
          <p:cNvSpPr txBox="1"/>
          <p:nvPr/>
        </p:nvSpPr>
        <p:spPr>
          <a:xfrm>
            <a:off x="4238951" y="1617362"/>
            <a:ext cx="215356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</a:rPr>
              <a:t>index.css</a:t>
            </a:r>
            <a:endParaRPr lang="pt-BR" sz="1400" dirty="0"/>
          </a:p>
          <a:p>
            <a:endParaRPr lang="pt-BR" sz="1400" dirty="0"/>
          </a:p>
          <a:p>
            <a:r>
              <a:rPr lang="pt-BR" sz="1400" dirty="0"/>
              <a:t>routes /main.js</a:t>
            </a:r>
          </a:p>
          <a:p>
            <a:endParaRPr lang="pt-BR" sz="1400" dirty="0"/>
          </a:p>
          <a:p>
            <a:r>
              <a:rPr lang="pt-BR" sz="1400" dirty="0"/>
              <a:t>routes/attendee.js</a:t>
            </a:r>
          </a:p>
          <a:p>
            <a:endParaRPr lang="pt-BR" sz="1400" dirty="0"/>
          </a:p>
          <a:p>
            <a:r>
              <a:rPr lang="pt-BR" sz="1400" dirty="0"/>
              <a:t>routes/organiser.js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7F5C19-B842-FEB3-6E8D-CBEF8DB2E4E1}"/>
              </a:ext>
            </a:extLst>
          </p:cNvPr>
          <p:cNvSpPr txBox="1"/>
          <p:nvPr/>
        </p:nvSpPr>
        <p:spPr>
          <a:xfrm>
            <a:off x="6112849" y="1593069"/>
            <a:ext cx="232958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pt-BR" dirty="0"/>
              <a:t>views/add-event.js</a:t>
            </a:r>
          </a:p>
          <a:p>
            <a:endParaRPr lang="pt-BR" dirty="0"/>
          </a:p>
          <a:p>
            <a:r>
              <a:rPr lang="pt-BR" dirty="0"/>
              <a:t>views/attendee-event.js</a:t>
            </a:r>
          </a:p>
          <a:p>
            <a:endParaRPr lang="pt-BR" dirty="0"/>
          </a:p>
          <a:p>
            <a:r>
              <a:rPr lang="pt-BR" dirty="0"/>
              <a:t>views/attendee-home.ejs</a:t>
            </a:r>
          </a:p>
          <a:p>
            <a:endParaRPr lang="pt-BR" dirty="0"/>
          </a:p>
          <a:p>
            <a:r>
              <a:rPr lang="pt-BR" dirty="0"/>
              <a:t>views/edit-event.ejs</a:t>
            </a:r>
          </a:p>
          <a:p>
            <a:endParaRPr lang="pt-BR" dirty="0"/>
          </a:p>
          <a:p>
            <a:r>
              <a:rPr lang="pt-BR" dirty="0"/>
              <a:t>views/index.ejs</a:t>
            </a:r>
          </a:p>
          <a:p>
            <a:endParaRPr lang="pt-BR" dirty="0"/>
          </a:p>
          <a:p>
            <a:r>
              <a:rPr lang="pt-BR" dirty="0"/>
              <a:t>views/my-bookings.ejs</a:t>
            </a:r>
          </a:p>
          <a:p>
            <a:endParaRPr lang="pt-BR" dirty="0"/>
          </a:p>
          <a:p>
            <a:r>
              <a:rPr lang="pt-BR" dirty="0"/>
              <a:t>views/organiser.ejs</a:t>
            </a:r>
          </a:p>
          <a:p>
            <a:endParaRPr lang="pt-BR" dirty="0"/>
          </a:p>
          <a:p>
            <a:r>
              <a:rPr lang="pt-BR" dirty="0"/>
              <a:t>views/settings.ejs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2E28D5-0509-0787-D40E-2261D7F4EECB}"/>
              </a:ext>
            </a:extLst>
          </p:cNvPr>
          <p:cNvSpPr txBox="1"/>
          <p:nvPr/>
        </p:nvSpPr>
        <p:spPr>
          <a:xfrm>
            <a:off x="9648814" y="1293013"/>
            <a:ext cx="22869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Roboto" panose="02000000000000000000" pitchFamily="2" charset="0"/>
                <a:ea typeface="Roboto" panose="02000000000000000000" pitchFamily="2" charset="0"/>
              </a:rPr>
              <a:t>events table</a:t>
            </a:r>
          </a:p>
          <a:p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id</a:t>
            </a:r>
            <a:b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title</a:t>
            </a:r>
            <a:b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description</a:t>
            </a:r>
            <a:b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1400" dirty="0" err="1">
                <a:latin typeface="Roboto" panose="02000000000000000000" pitchFamily="2" charset="0"/>
                <a:ea typeface="Roboto" panose="02000000000000000000" pitchFamily="2" charset="0"/>
              </a:rPr>
              <a:t>event_date</a:t>
            </a:r>
            <a:b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status</a:t>
            </a:r>
            <a:b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1400" dirty="0" err="1">
                <a:latin typeface="Roboto" panose="02000000000000000000" pitchFamily="2" charset="0"/>
                <a:ea typeface="Roboto" panose="02000000000000000000" pitchFamily="2" charset="0"/>
              </a:rPr>
              <a:t>created_at</a:t>
            </a:r>
            <a:b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1400" dirty="0" err="1">
                <a:latin typeface="Roboto" panose="02000000000000000000" pitchFamily="2" charset="0"/>
                <a:ea typeface="Roboto" panose="02000000000000000000" pitchFamily="2" charset="0"/>
              </a:rPr>
              <a:t>published_at</a:t>
            </a:r>
            <a:b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(…)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0DBA547-ED5F-957D-F559-FCF12CEFC1B1}"/>
              </a:ext>
            </a:extLst>
          </p:cNvPr>
          <p:cNvSpPr/>
          <p:nvPr/>
        </p:nvSpPr>
        <p:spPr>
          <a:xfrm>
            <a:off x="2737215" y="1707793"/>
            <a:ext cx="1239967" cy="337974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2D15FE-8F89-A53C-41A2-D81FD9501D4A}"/>
              </a:ext>
            </a:extLst>
          </p:cNvPr>
          <p:cNvSpPr txBox="1"/>
          <p:nvPr/>
        </p:nvSpPr>
        <p:spPr>
          <a:xfrm>
            <a:off x="2760595" y="888680"/>
            <a:ext cx="1112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GET /attendee?q=Yoga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9AAA5E0-022E-3600-52B8-BCC3B2EE5D7A}"/>
              </a:ext>
            </a:extLst>
          </p:cNvPr>
          <p:cNvSpPr/>
          <p:nvPr/>
        </p:nvSpPr>
        <p:spPr>
          <a:xfrm rot="10800000">
            <a:off x="2734055" y="5135873"/>
            <a:ext cx="1239967" cy="337974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0EBFE4-1563-978A-058B-323947900DE7}"/>
              </a:ext>
            </a:extLst>
          </p:cNvPr>
          <p:cNvSpPr txBox="1"/>
          <p:nvPr/>
        </p:nvSpPr>
        <p:spPr>
          <a:xfrm>
            <a:off x="2797966" y="4304876"/>
            <a:ext cx="1112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HTML (attendee-o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A3F781D8-083C-1C1C-56D5-1BFF880AD70C}"/>
              </a:ext>
            </a:extLst>
          </p:cNvPr>
          <p:cNvSpPr/>
          <p:nvPr/>
        </p:nvSpPr>
        <p:spPr>
          <a:xfrm>
            <a:off x="8509707" y="1707793"/>
            <a:ext cx="945078" cy="337974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F1E2D3-5EF1-E889-F8F5-42FCC9C750ED}"/>
              </a:ext>
            </a:extLst>
          </p:cNvPr>
          <p:cNvSpPr txBox="1"/>
          <p:nvPr/>
        </p:nvSpPr>
        <p:spPr>
          <a:xfrm>
            <a:off x="8355985" y="980680"/>
            <a:ext cx="12448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</a:rPr>
              <a:t>SELECT</a:t>
            </a:r>
          </a:p>
          <a:p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</a:rPr>
              <a:t>    *</a:t>
            </a:r>
          </a:p>
          <a:p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</a:rPr>
              <a:t>FROM events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C4ED70F7-239E-F136-B512-DEBCF94EB1A4}"/>
              </a:ext>
            </a:extLst>
          </p:cNvPr>
          <p:cNvSpPr/>
          <p:nvPr/>
        </p:nvSpPr>
        <p:spPr>
          <a:xfrm rot="10800000">
            <a:off x="8484209" y="5135873"/>
            <a:ext cx="945078" cy="337974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CABE77-A9BE-73FB-A276-74D5CBB71910}"/>
              </a:ext>
            </a:extLst>
          </p:cNvPr>
          <p:cNvSpPr txBox="1"/>
          <p:nvPr/>
        </p:nvSpPr>
        <p:spPr>
          <a:xfrm>
            <a:off x="8381678" y="4634267"/>
            <a:ext cx="12448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</a:rPr>
              <a:t>Data Rows (JSON)</a:t>
            </a: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A62AFC99-EDF2-4D98-8E38-F55143FB6D98}"/>
              </a:ext>
            </a:extLst>
          </p:cNvPr>
          <p:cNvSpPr/>
          <p:nvPr/>
        </p:nvSpPr>
        <p:spPr>
          <a:xfrm>
            <a:off x="2758201" y="3183122"/>
            <a:ext cx="1239967" cy="337974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E8B25B-067F-06EF-E317-8F45ED151D1A}"/>
              </a:ext>
            </a:extLst>
          </p:cNvPr>
          <p:cNvSpPr txBox="1"/>
          <p:nvPr/>
        </p:nvSpPr>
        <p:spPr>
          <a:xfrm>
            <a:off x="2688856" y="2399342"/>
            <a:ext cx="13374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OST /attendee/event/1/book</a:t>
            </a:r>
            <a:endParaRPr lang="pt-BR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06D40F-D054-3EDF-0B93-595E2BB2EACC}"/>
              </a:ext>
            </a:extLst>
          </p:cNvPr>
          <p:cNvSpPr txBox="1"/>
          <p:nvPr/>
        </p:nvSpPr>
        <p:spPr>
          <a:xfrm>
            <a:off x="9636342" y="3318218"/>
            <a:ext cx="174935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pt-BR" b="1" dirty="0"/>
              <a:t>bookings table</a:t>
            </a:r>
          </a:p>
          <a:p>
            <a:r>
              <a:rPr lang="en-US" dirty="0"/>
              <a:t>id</a:t>
            </a:r>
            <a:br>
              <a:rPr lang="en-US" dirty="0"/>
            </a:br>
            <a:r>
              <a:rPr lang="en-US" dirty="0" err="1"/>
              <a:t>event_id</a:t>
            </a:r>
            <a:br>
              <a:rPr lang="en-US" dirty="0"/>
            </a:br>
            <a:r>
              <a:rPr lang="en-US" dirty="0" err="1"/>
              <a:t>attendee_name</a:t>
            </a:r>
            <a:br>
              <a:rPr lang="en-US" dirty="0"/>
            </a:br>
            <a:r>
              <a:rPr lang="en-US" dirty="0"/>
              <a:t>(…)</a:t>
            </a:r>
          </a:p>
          <a:p>
            <a:endParaRPr lang="en-US" dirty="0"/>
          </a:p>
          <a:p>
            <a:r>
              <a:rPr lang="en-US" b="1" dirty="0"/>
              <a:t>settings </a:t>
            </a:r>
            <a:r>
              <a:rPr lang="pt-BR" b="1" dirty="0"/>
              <a:t>table</a:t>
            </a:r>
            <a:endParaRPr lang="en-US" b="1" dirty="0"/>
          </a:p>
          <a:p>
            <a:r>
              <a:rPr lang="en-US" dirty="0"/>
              <a:t>id</a:t>
            </a:r>
          </a:p>
          <a:p>
            <a:r>
              <a:rPr lang="en-US" dirty="0" err="1"/>
              <a:t>site_title</a:t>
            </a:r>
            <a:endParaRPr lang="en-US" dirty="0"/>
          </a:p>
          <a:p>
            <a:r>
              <a:rPr lang="en-US" dirty="0" err="1"/>
              <a:t>author_name</a:t>
            </a:r>
            <a:endParaRPr lang="pt-BR" dirty="0"/>
          </a:p>
        </p:txBody>
      </p:sp>
      <p:pic>
        <p:nvPicPr>
          <p:cNvPr id="1035" name="Picture 11" descr="Getting started with Express.js - Keeping it simple! | Ajeet Chaulagain">
            <a:extLst>
              <a:ext uri="{FF2B5EF4-FFF2-40B4-BE49-F238E27FC236}">
                <a16:creationId xmlns:a16="http://schemas.microsoft.com/office/drawing/2014/main" id="{6627B453-FA24-6B3F-BAFC-754E62EE5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793" y="5278630"/>
            <a:ext cx="548554" cy="54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27">
            <a:extLst>
              <a:ext uri="{FF2B5EF4-FFF2-40B4-BE49-F238E27FC236}">
                <a16:creationId xmlns:a16="http://schemas.microsoft.com/office/drawing/2014/main" id="{0317342A-124C-1B6E-8267-91EF6C616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7800" y="5304860"/>
            <a:ext cx="597923" cy="59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9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151</Words>
  <Application>Microsoft Office PowerPoint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Roboto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Bucalon Serra</dc:creator>
  <cp:lastModifiedBy>Bruno Bucalon Serra</cp:lastModifiedBy>
  <cp:revision>1</cp:revision>
  <dcterms:created xsi:type="dcterms:W3CDTF">2026-01-11T15:52:04Z</dcterms:created>
  <dcterms:modified xsi:type="dcterms:W3CDTF">2026-01-11T16:33:03Z</dcterms:modified>
</cp:coreProperties>
</file>